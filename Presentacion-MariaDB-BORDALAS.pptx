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/qkJcnzkobefmqinN0e2Rw161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438912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100584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30352" y="1801368"/>
            <a:ext cx="4389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Ficha del gestor de bases de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30352" y="2834640"/>
            <a:ext cx="1078992" cy="320040"/>
          </a:xfrm>
          <a:prstGeom prst="roundRect">
            <a:avLst>
              <a:gd fmla="val 17143" name="adj"/>
            </a:avLst>
          </a:prstGeom>
          <a:solidFill>
            <a:srgbClr val="111F33"/>
          </a:solidFill>
          <a:ln cap="flat" cmpd="sng" w="1395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3504" y="2921508"/>
            <a:ext cx="932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783080" y="2834640"/>
            <a:ext cx="1078992" cy="320040"/>
          </a:xfrm>
          <a:prstGeom prst="roundRect">
            <a:avLst>
              <a:gd fmla="val 17143" name="adj"/>
            </a:avLst>
          </a:prstGeom>
          <a:solidFill>
            <a:srgbClr val="111F33"/>
          </a:solidFill>
          <a:ln cap="flat" cmpd="sng" w="1395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856232" y="2921508"/>
            <a:ext cx="932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RELACIONAL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91840" y="2834640"/>
            <a:ext cx="1078992" cy="320040"/>
          </a:xfrm>
          <a:prstGeom prst="roundRect">
            <a:avLst>
              <a:gd fmla="val 17143" name="adj"/>
            </a:avLst>
          </a:prstGeom>
          <a:solidFill>
            <a:srgbClr val="111F33"/>
          </a:solidFill>
          <a:ln cap="flat" cmpd="sng" w="1395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364992" y="2921508"/>
            <a:ext cx="932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GPLv2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629400" y="960120"/>
            <a:ext cx="4480560" cy="2377440"/>
          </a:xfrm>
          <a:prstGeom prst="roundRect">
            <a:avLst>
              <a:gd fmla="val 3077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040880" y="12344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C8D7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040880" y="164592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BORDALAS S.L.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040880" y="22402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Mario · Mateo · Jorge · David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040880" y="34290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C8D7"/>
                </a:solidFill>
                <a:latin typeface="Arial"/>
                <a:ea typeface="Arial"/>
                <a:cs typeface="Arial"/>
                <a:sym typeface="Arial"/>
              </a:rPr>
              <a:t>Idea principal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040880" y="3822192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MariaDB organiza datos en tablas relacionadas y permite consultarlos con SQL.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550" y="3648455"/>
            <a:ext cx="2178304" cy="1633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¿Qué es MariaDB?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Origen, quién lo mantiene, licencia y usuarios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" y="1828800"/>
            <a:ext cx="3246120" cy="1371600"/>
          </a:xfrm>
          <a:prstGeom prst="roundRect">
            <a:avLst>
              <a:gd fmla="val 4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40080" y="1828800"/>
            <a:ext cx="64008" cy="13716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68680" y="2057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2009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6868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proyecto comenzó el 29 de octubre de 2009.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480560" y="1828800"/>
            <a:ext cx="3246120" cy="1371600"/>
          </a:xfrm>
          <a:prstGeom prst="roundRect">
            <a:avLst>
              <a:gd fmla="val 4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480560" y="1828800"/>
            <a:ext cx="64008" cy="13716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09160" y="2057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Fork de MySQL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0916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Nació como fork de MySQL tras la compra de Sun Microsystems por Oracle.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321040" y="1828800"/>
            <a:ext cx="3246120" cy="1371600"/>
          </a:xfrm>
          <a:prstGeom prst="roundRect">
            <a:avLst>
              <a:gd fmla="val 4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321040" y="1828800"/>
            <a:ext cx="64008" cy="13716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549640" y="2057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Software libre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54964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Código abierto bajo licencia GNU GPLv2, con versión gratuita Community Server.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85800" y="3886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¿Quién está detrás?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85800" y="4343400"/>
            <a:ext cx="3246120" cy="914400"/>
          </a:xfrm>
          <a:prstGeom prst="roundRect">
            <a:avLst>
              <a:gd fmla="val 6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85800" y="4343400"/>
            <a:ext cx="64008" cy="9144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14400" y="4572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Foundation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14400" y="5056632"/>
            <a:ext cx="2834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Impulsa y coordina el proyecto.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480560" y="4343400"/>
            <a:ext cx="3246120" cy="914400"/>
          </a:xfrm>
          <a:prstGeom prst="roundRect">
            <a:avLst>
              <a:gd fmla="val 6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480560" y="4343400"/>
            <a:ext cx="64008" cy="9144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709160" y="4572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plc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09160" y="5056632"/>
            <a:ext cx="2834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Empresa relacionada con servicios y desarrollo.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275320" y="4343400"/>
            <a:ext cx="3246120" cy="914400"/>
          </a:xfrm>
          <a:prstGeom prst="roundRect">
            <a:avLst>
              <a:gd fmla="val 6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275320" y="4343400"/>
            <a:ext cx="64008" cy="9144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503920" y="4572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Comunidad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503920" y="5056632"/>
            <a:ext cx="2834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Colaboradores y usuarios. Destacan Wikipedia y Google.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502920" y="411480"/>
            <a:ext cx="4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70432" y="347472"/>
            <a:ext cx="9784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¿Cómo guarda los datos?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70432" y="1078992"/>
            <a:ext cx="987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Modelo relacional: tablas, filas, columnas y claves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1691640"/>
            <a:ext cx="6126600" cy="4251900"/>
          </a:xfrm>
          <a:prstGeom prst="roundRect">
            <a:avLst>
              <a:gd fmla="val 1720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40080" y="1691640"/>
            <a:ext cx="63900" cy="42519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32688" y="1975104"/>
            <a:ext cx="530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Ejemplo: EQ-04 con dos módulos de RAM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32688" y="2606040"/>
            <a:ext cx="1305900" cy="44580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996696" y="2724912"/>
            <a:ext cx="1196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238451" y="2606040"/>
            <a:ext cx="1142400" cy="44580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302459" y="272491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CLAVE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380994" y="2606040"/>
            <a:ext cx="1849800" cy="44580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445002" y="2724912"/>
            <a:ext cx="1740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230825" y="2606040"/>
            <a:ext cx="1142400" cy="44580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294833" y="272491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DATO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32688" y="3051810"/>
            <a:ext cx="13059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996696" y="3170682"/>
            <a:ext cx="1196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238451" y="3051810"/>
            <a:ext cx="11424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302459" y="317068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EQ-04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380994" y="3051810"/>
            <a:ext cx="18498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445002" y="3170682"/>
            <a:ext cx="1740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230825" y="3051810"/>
            <a:ext cx="11424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294833" y="317068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Aula 1.13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32688" y="3497580"/>
            <a:ext cx="13059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996696" y="3616452"/>
            <a:ext cx="1196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238451" y="3497580"/>
            <a:ext cx="11424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302459" y="361645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RAM-01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80994" y="3497580"/>
            <a:ext cx="18498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445002" y="3616452"/>
            <a:ext cx="1740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pertenece a EQ-04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230825" y="3497580"/>
            <a:ext cx="11424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294833" y="361645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 8GB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32688" y="3943350"/>
            <a:ext cx="13059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996696" y="4062222"/>
            <a:ext cx="1196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238451" y="3943350"/>
            <a:ext cx="11424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302459" y="406222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RAM-02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380994" y="3943350"/>
            <a:ext cx="18498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445002" y="4062222"/>
            <a:ext cx="17400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pertenece a EQ-04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230825" y="3943350"/>
            <a:ext cx="1142400" cy="44580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294833" y="4062222"/>
            <a:ext cx="1032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 8GB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32688" y="4846320"/>
            <a:ext cx="530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Idea: un equipo y sus componentes se pueden separar en tablas y relacionar mediante claves.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315200" y="1691640"/>
            <a:ext cx="3977700" cy="105150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315200" y="1691640"/>
            <a:ext cx="63900" cy="10515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543800" y="1920240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Tablas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543800" y="2404872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Filas y columnas para datos estructurados.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315200" y="3063240"/>
            <a:ext cx="3977700" cy="105150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315200" y="3063240"/>
            <a:ext cx="63900" cy="10515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543800" y="3291840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543800" y="3776472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Se usa para consultar y trabajar con los datos.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315200" y="4434840"/>
            <a:ext cx="3977700" cy="1143000"/>
          </a:xfrm>
          <a:prstGeom prst="roundRect">
            <a:avLst>
              <a:gd fmla="val 48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315200" y="4434840"/>
            <a:ext cx="63900" cy="11430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543800" y="4663440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Estructura fija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543800" y="5148072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Antes de introducir datos se definen tablas, columnas, tipos y claves.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02920" y="644652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1475720" y="6446520"/>
            <a:ext cx="22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502920" y="411480"/>
            <a:ext cx="4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70432" y="347472"/>
            <a:ext cx="9784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¿Dónde funciona?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170432" y="1078992"/>
            <a:ext cx="987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Arquitectura cliente-servidor, replicación y sistemas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77240" y="2057400"/>
            <a:ext cx="2971800" cy="1463100"/>
          </a:xfrm>
          <a:prstGeom prst="roundRect">
            <a:avLst>
              <a:gd fmla="val 375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77240" y="2057400"/>
            <a:ext cx="63900" cy="14631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05840" y="228600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CLIENTE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05840" y="2770632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Aplicación o usuario que hace peticiones.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17720" y="2057400"/>
            <a:ext cx="2971800" cy="1463100"/>
          </a:xfrm>
          <a:prstGeom prst="roundRect">
            <a:avLst>
              <a:gd fmla="val 375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617720" y="2057400"/>
            <a:ext cx="63900" cy="14631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846320" y="228600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SERVIDOR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46320" y="2770632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Servidor que responde y trabaja con la base de datos.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458200" y="2057400"/>
            <a:ext cx="2971800" cy="1463100"/>
          </a:xfrm>
          <a:prstGeom prst="roundRect">
            <a:avLst>
              <a:gd fmla="val 375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458200" y="2057400"/>
            <a:ext cx="63900" cy="14631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8686800" y="228600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DATOS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8686800" y="2770632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Tablas y datos almacenados.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950208" y="2532888"/>
            <a:ext cx="411600" cy="411600"/>
          </a:xfrm>
          <a:prstGeom prst="chevron">
            <a:avLst>
              <a:gd fmla="val 50000" name="adj"/>
            </a:avLst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790688" y="2532888"/>
            <a:ext cx="411600" cy="411600"/>
          </a:xfrm>
          <a:prstGeom prst="chevron">
            <a:avLst>
              <a:gd fmla="val 50000" name="adj"/>
            </a:avLst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777240" y="4251960"/>
            <a:ext cx="4983600" cy="105150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77240" y="4251960"/>
            <a:ext cx="63900" cy="10515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1005840" y="44805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Replicación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05840" y="496519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Puede copiar datos entre servidores para tener copias y mejorar disponibilidad.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446520" y="4251960"/>
            <a:ext cx="4983600" cy="105150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446520" y="4251960"/>
            <a:ext cx="63900" cy="10515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675120" y="44805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Sistemas operativos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675120" y="496519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Puede instalarse en Linux, Windows y macOS.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02920" y="644652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1475720" y="6446520"/>
            <a:ext cx="22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502927" y="411471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8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¿Qué ofrece como gestor?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SQL, transacciones, seguridad y herramientas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85800" y="1737360"/>
            <a:ext cx="3383280" cy="1234440"/>
          </a:xfrm>
          <a:prstGeom prst="roundRect">
            <a:avLst>
              <a:gd fmla="val 4444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85800" y="1737360"/>
            <a:ext cx="64008" cy="123444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914400" y="19659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914400" y="2450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Consultas, inserciones, modificaciones y borrados.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389120" y="1737360"/>
            <a:ext cx="3383280" cy="1234440"/>
          </a:xfrm>
          <a:prstGeom prst="roundRect">
            <a:avLst>
              <a:gd fmla="val 4444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389120" y="1737360"/>
            <a:ext cx="64008" cy="123444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617720" y="19659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ACID + InnoDB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17720" y="2450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Transacciones con atomicidad, consistencia, aislamiento y durabilidad.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092440" y="1737360"/>
            <a:ext cx="3383280" cy="1234440"/>
          </a:xfrm>
          <a:prstGeom prst="roundRect">
            <a:avLst>
              <a:gd fmla="val 4444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092440" y="1737360"/>
            <a:ext cx="64008" cy="123444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8321040" y="19659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Usuarios y permisos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321040" y="2450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Permite crear usuarios y controlar sus permisos.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85800" y="3703320"/>
            <a:ext cx="5120640" cy="1325880"/>
          </a:xfrm>
          <a:prstGeom prst="roundRect">
            <a:avLst>
              <a:gd fmla="val 5517" name="adj"/>
            </a:avLst>
          </a:prstGeom>
          <a:solidFill>
            <a:srgbClr val="0D1A2A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1005840" y="388620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  * FROM equipo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  etiqueta = 'EQ-04';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11880" y="418795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Ejemplo de consulta para buscar un equipo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400800" y="3703320"/>
            <a:ext cx="5074920" cy="1325880"/>
          </a:xfrm>
          <a:prstGeom prst="roundRect">
            <a:avLst>
              <a:gd fmla="val 4138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400800" y="3703320"/>
            <a:ext cx="64008" cy="132588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629400" y="393192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HeidiSQL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629400" y="4416552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Herramienta gráfica para conectar, consultar y administrar MariaDB sin hacerlo todo por comandos.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1807952" y="6309358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8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2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Valoración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Puntos fuertes, limitación y clasificación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31520" y="1737360"/>
            <a:ext cx="5074920" cy="3474720"/>
          </a:xfrm>
          <a:prstGeom prst="roundRect">
            <a:avLst>
              <a:gd fmla="val 2105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731520" y="1737360"/>
            <a:ext cx="64008" cy="3474720"/>
          </a:xfrm>
          <a:prstGeom prst="rect">
            <a:avLst/>
          </a:prstGeom>
          <a:solidFill>
            <a:srgbClr val="31D69B"/>
          </a:solidFill>
          <a:ln cap="flat" cmpd="sng" w="12700">
            <a:solidFill>
              <a:srgbClr val="31D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024128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✓ Puntos fuertes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024128" y="2606040"/>
            <a:ext cx="4206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Datos estructurados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Tablas relacionadas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SQL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Control de integridad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Licencia libre GPLv2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46520" y="1737360"/>
            <a:ext cx="4983480" cy="1170432"/>
          </a:xfrm>
          <a:prstGeom prst="roundRect">
            <a:avLst>
              <a:gd fmla="val 6250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446520" y="1737360"/>
            <a:ext cx="64008" cy="1170432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720840" y="19385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!  Limitación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720840" y="2331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Al ser cliente-servidor, necesita instalación, configuración, usuarios y administración.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629400" y="333756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MODELO · RELACIONAL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629400" y="406908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4D8DFF"/>
                </a:solidFill>
                <a:latin typeface="Play"/>
                <a:ea typeface="Play"/>
                <a:cs typeface="Play"/>
                <a:sym typeface="Play"/>
              </a:rPr>
              <a:t>UBICACIÓN · CLIENTE-SERVIDOR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629400" y="480060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4D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774D"/>
                </a:solidFill>
                <a:latin typeface="Play"/>
                <a:ea typeface="Play"/>
                <a:cs typeface="Play"/>
                <a:sym typeface="Play"/>
              </a:rPr>
              <a:t>LICENCIA · GPLv2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1874670" y="6414518"/>
            <a:ext cx="4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2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¿Sirve para nuestro inventario?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Sí: encaja con datos estructurados y relaciones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41248" y="1874520"/>
            <a:ext cx="1325880" cy="1325880"/>
          </a:xfrm>
          <a:prstGeom prst="ellipse">
            <a:avLst/>
          </a:prstGeom>
          <a:solidFill>
            <a:srgbClr val="00C8D7">
              <a:alpha val="92157"/>
            </a:srgbClr>
          </a:solidFill>
          <a:ln cap="flat" cmpd="sng" w="1905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1088136" y="22677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322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071322"/>
                </a:solidFill>
                <a:latin typeface="Play"/>
                <a:ea typeface="Play"/>
                <a:cs typeface="Play"/>
                <a:sym typeface="Play"/>
              </a:rPr>
              <a:t>SÍ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542032" y="1993392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sirve para el inventario porque permite pasar un diagrama E/R a tablas relacionadas.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77240" y="3749040"/>
            <a:ext cx="3291840" cy="1188720"/>
          </a:xfrm>
          <a:prstGeom prst="roundRect">
            <a:avLst>
              <a:gd fmla="val 4615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777240" y="3749040"/>
            <a:ext cx="64008" cy="118872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005840" y="397764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Equipos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005840" y="446227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Cada equipo puede tener etiqueta, aula, estado y otros datos.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434840" y="3749040"/>
            <a:ext cx="3291840" cy="1188720"/>
          </a:xfrm>
          <a:prstGeom prst="roundRect">
            <a:avLst>
              <a:gd fmla="val 4615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434840" y="3749040"/>
            <a:ext cx="64008" cy="118872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663440" y="397764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Componentes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663440" y="446227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RAM, discos y otros componentes pueden relacionarse con equipos.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092440" y="3749040"/>
            <a:ext cx="3291840" cy="1188720"/>
          </a:xfrm>
          <a:prstGeom prst="roundRect">
            <a:avLst>
              <a:gd fmla="val 4615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8092440" y="3749040"/>
            <a:ext cx="64008" cy="118872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321040" y="397764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Integridad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321040" y="446227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PK y FK ayudan a no repetir claves y mantener relaciones correctas.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2468880" y="57150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Objetivo: inventario organizado, consultable y consistente.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La prueba y conclusión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17263" y="1050785"/>
            <a:ext cx="53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17263" y="1599425"/>
            <a:ext cx="233160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17263" y="1599425"/>
            <a:ext cx="63900" cy="18288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45863" y="182802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Tabla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45863" y="2312657"/>
            <a:ext cx="1920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Copiamos la tabla de equipos y la ejecutamos.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470191" y="1050785"/>
            <a:ext cx="53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4D8D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470191" y="1599425"/>
            <a:ext cx="233160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3470191" y="1599425"/>
            <a:ext cx="63900" cy="18288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3698791" y="182802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SELECT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98791" y="2312657"/>
            <a:ext cx="1920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SELECT devolvió el equipo EQ-01 del aula 1.12.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323119" y="1050785"/>
            <a:ext cx="53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4D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774D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323119" y="1599425"/>
            <a:ext cx="233160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6323119" y="1599425"/>
            <a:ext cx="63900" cy="18288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551719" y="182802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INSERT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551719" y="2312657"/>
            <a:ext cx="1920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último INSERT dio error.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9176047" y="1050785"/>
            <a:ext cx="53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69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31D69B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9176047" y="1599425"/>
            <a:ext cx="233160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9176047" y="1599425"/>
            <a:ext cx="63900" cy="1828800"/>
          </a:xfrm>
          <a:prstGeom prst="rect">
            <a:avLst/>
          </a:prstGeom>
          <a:solidFill>
            <a:srgbClr val="31D69B"/>
          </a:solidFill>
          <a:ln cap="flat" cmpd="sng" w="12700">
            <a:solidFill>
              <a:srgbClr val="31D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9404647" y="182802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Clave primaria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9404647" y="2312657"/>
            <a:ext cx="1920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error demostró unicidad e integridad de la PK.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875" y="3866875"/>
            <a:ext cx="5308249" cy="256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Fuentes utilizadas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URLs principales de la ficha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22960" y="178308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22960" y="1783080"/>
            <a:ext cx="64008" cy="841248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051560" y="201168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MariaDB.org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051560" y="249631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Origen, Foundation, licencia y usuarios destacados.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22960" y="301752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822960" y="3017520"/>
            <a:ext cx="64008" cy="841248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051560" y="324612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CREATE TABLE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051560" y="373075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Estructura previa: tablas, columnas y tipos.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22960" y="425196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822960" y="4251960"/>
            <a:ext cx="64008" cy="841248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1051560" y="448056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Client/Server Protocol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051560" y="496519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Funcionamiento cliente-servidor.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309360" y="178308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6309360" y="1783080"/>
            <a:ext cx="64008" cy="841248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6537960" y="201168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Replication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537960" y="249631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Replicación entre servidores.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309360" y="301752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309360" y="3017520"/>
            <a:ext cx="64008" cy="841248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6537960" y="324612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InnoDB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537960" y="373075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Transacciones y propiedades ACID.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309360" y="425196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309360" y="4251960"/>
            <a:ext cx="64008" cy="841248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537960" y="448056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Users / HeidiSQL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537960" y="496519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Usuarios, permisos y herramienta gráfica.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920240" y="58978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Las direcciones completas están recogidas en la ficha del gestor.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2026-10-08T21:19:08Z</dcterms:created>
  <dc:creator>BORDALAS S.L.</dc:creator>
</cp:coreProperties>
</file>